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nuevo modelo de servicios de IDESIE: tres formatos formativos organizados alrededor de mapas de competencias por perfil profesional, con la certificación AECOMI como meta.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grandes empresas nos llevan años pidiendo una certificación profesional que acredite competencias reales para el puesto. El hueco entre aulas y mundo profesional sigue siendo el gran reto del postgrado.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modelo gira en torno a un eje: el mapa de competencias de cada perfil profesional. Los formatos formativos son distintas formas de recorrerlo, y la certificación AECOMI es la meta.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de papeles: AECOMI no ofrece formación, solo certificación. IDESIE es la entidad formativa acreditada por AECOMI para impartir la formación que prepara a cada perfil. La acreditación del centro no es requisito para certificarse: cualquier profesional que cumpla los requisitos puede presentarse. La acreditación ENAC de AECOMI está en curso: hasta que se conceda, hablar de certificación conforme a ISO/IEC 17024, no de certificación acreditada por ENAC.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se construye de arriba abajo: primero el perfil con las empresas, después las competencias, y por último los módulos formativos que las cubren. La experiencia es parte del mapa: AECOMI exige años de experiencia en cada perfil.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mapas comparten las tres microcredenciales de fundamentos (01 a 03, 5 ECTS). El BIM Manager reúne las 23 (44 ECTS); sumando el simulador profesional como proyecto fin de máster (16 ECTS) se obtiene el Máster BIM de 60 ECTS. Tres perfiles llevan a certificación AECOMI; los demás son, por ahora, itinerarios formativos que se pueden proponer a AECOMI como nuevos esquemas.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formatos comparten contenidos y apuntan a los mismos perfiles. La diferencia es el ritmo, el formato y el componente de empleo.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Máster BIM sigue siendo el programa insignia. El cambio a blended libera la parte presencial para lo que de verdad aporta valor en el aula: la práctica sobre casos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tercer objetivo es el más importante: que cada profesional tenga identificado su mapa de competencias para dirigir con acierto su formación y su experiencia hacia el puesto deseado.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la presentación institucional de AECOMI. Precio orientativo: alta 549 dólares, renovación 200 dólares cada 3 años. AECOMI solo certifica; la formación la imparte IDESIE como entidad formativa acreditada por AECOMI (acreditación en proceso, primera en España).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alumno del máster presencial con metodología dual sale con la formación acreditada y con experiencia ya iniciada, porque trabaja en empresa desde el primer día. Aunque no pueda certificarse al terminar, tiene claro qué le falta y cuánto tiempo necesita. El objetivo es que cualquier recién titulado o profesional que aspire a un puesto conozca las competencias (microcredenciales) que debe acreditar y la experiencia que debe reunir. Formarse en IDESIE tiene la ventaja de que la formación está acreditada por AECOMI. Ojo: la acreditación no puede presentarse como requisito ni como garantía de aprobado. Pendiente de confirmar con AECOMI cómo computa el periodo dual como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simulador profesional es el proyecto fin de máster del Máster BIM (16 ECTS) en todas sus modalidades: blended, online y por microcredenciales. Cierra el máster con un proyecto completo en lugar de un trabajo académico. El simulador sigue el flujo de entrega de información de ISO 19650, sobre un entorno común de datos real, con actas, versiones y evaluaciones del cliente registradas. Es la vía de experiencia para quien no consigue oportunidades en el mercado y para los alumnos del máster online y de microcredenciales. Propuesta a AECOMI: que un simulador que cumpla requisitos definidos compute como [n] meses de experiencia, hasta un máximo de [n] años. La regla la fija AECOMI y debe estar abierta a cualquier centro acreditado. Los proyectos son además el contenido de la parte presencial del máster blended.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consultoría también nos da acceso directo a las necesidades reales de perfiles de las empresas: es una fuente para definir los mapas formativos.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empresa, participar en el simulador es una forma barata de cazar talento: aporta profesionales que hacen de cliente y ve trabajar a los candidatos en condiciones casi reales. Además, esos profesionales acaban certificándose, algo cada vez más pedido en concursos y proyectos. El peso de la certificación en licitaciones públicas dependerá en buena medida de que AECOMI obtenga la acreditación ENAC, hoy en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del Business Plan de septiembre de 2024. La web actual indica más de 1.250 profesionales formados: conviene unificar la cifra.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Fechas pendientes de definir por la dirección.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IDESIE Business &amp; Tech School De la formación a la competencia acreditada Nuevo modelo de servicios: másteres, microcredenciales y certificación de perfiles profesionales Madrid · 202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El reto Las empresas necesitan acreditar que un profesional sabe hacer el trabajo  Empresas La formación universitaria y privada que se acredita hoy no garantiza el desempeño en las funciones encomendadas.  Profesionales No tienen un mapa claro de qué competencias reunir para el puesto al que aspiran ni de cómo acreditarlas.  Sector AECO La digitalización ha renovado roles y responsabilidades, y las licitaciones públicas piden perfiles acreditados.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La propuesta Un único mapa, del perfil profesional a la certificación 01 Perfil que demanda la empresa 02 Mapa de competencias 03 Formación y experiencia 04 Certificación del perfil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El ecosistema Tres actores, cada uno con su papel Empresas Definen Identifican los perfiles técnicos que necesitan y las competencias que debe reunir cada uno. IDESIE Forma Entidad formativa acreditada por AECOMI: diseña el mapa de cada perfil e imparte la formación. AECOMI Certifica Solo certifica: evalúa las competencias de forma independiente, conforme a ISO/IEC 17024, con acreditación ENAC en curso. No imparte formación. La certificación es independiente de la formación: se accede por cualquier itinerario o por experiencia acreditad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El mapa formativo Cada perfil tiene su ruta El profesional sabe en todo momento qué competencias tiene, cuáles le faltan y con qué formación y experiencia las alcanza. PERFIL Ejemplo: BIM Design Manager BLOQUES 5 áreas: Fundamentos, Design, Civil, Innovación y Talento MÓDULOS 14 microcredenciales · 26 ECTS PRÁCTICA 3+ años de experiencia en diseño BIM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Mapas formativos del Máster BIM Siete perfiles, una misma base de 23 microcredenciales Perfil Microcred. ECTS Inversión Certificación BIM Modeler 9 17 1.632 € Itinerario formativo BIM Coordinator 8 16 1.536 € Itinerario formativo BIM Design Manager 14 26 2.496 € AECOMI · 3+ años en diseño BIM BIM Construction Manager 12 23 2.208 € AECOMI · 5+ años en construcción BIM Information Delivery Manager 6 13 1.248 € AECOMI · 3+ años en gestión BIM BIM Facility Manager 5 7 672 € Itinerario formativo BIM Manager 23 44 4.224 € Máster (+ simulador 16 ECTS) Inversión módulo a módulo a 96 € por ECTS. Máster completo: 5.760 € por partes o 4.800 € de una vez (onlin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Oferta formativa Tres formas de recorrer el mapa Formato Para quién Cómo Empleo Máster blended Recién titulados y jóvenes profesionales 50% presencial con casos reales, 50% online Trabajo en empresa desde el primer día Máster online Profesionales que necesitan flexibilidad 100% online, con los recursos del presencial Bolsa de empleo · 4.800 € Microcredenciales Profesionales en activo 23 módulos de 1–3 ECTS, a su ritmo Acumulables hasta completar el máster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Máster presencial · nuevo formato blended Learning by Working, ahora en 50/50 50% Presencial Casos reales, coordinación entre disciplinas y trabajo en equipo sobre modelos. 50% Online Manejo de software y contenidos que no requieren presencialidad, a ritmo propio. + Metodología dual: formación combinada con trabajo remunerado en empresa.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Novedad · Microcredenciales Sumar competencias a tu ritmo 01 Elegir El alumno escoge los módulos que necesita para sumar competencias concretas. 02 Acumular Cursa el máster poco a poco, según su tiempo y sus posibilidades, hasta completarlo. 03 Orientar Cada módulo forma parte del mapa de un perfil: la formación avanza hacia un puesto concreto. Máster BIM (60 ECTS) = 23 microcredenciales de 1 a 3 ECTS (44 ECTS) + simulador (16 ECTS). 96 € por ECT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Certificación AECOMI Tres perfiles para todo el ciclo de vida BIM IDM Information Delivery Manager Gestión de la información, supervisión del CDE y cumplimiento de ISO 19650. 3+ años en gestión BIM BDM BIM Design Manager Coordinación interdisciplinar en diseño y auditoría de modelos federados. 3+ años en diseño BIM BCM BIM Construction Manager BIM en fase de construcción, control de calidad y modelo federado. 5+ años en construcción BIM Examen técnico + entrevista · Vigencia de 3 años · Registro público · Acreditación ENAC en curs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La ruta hacia la certificación Formación y experiencia, en paralelo FORMACIÓN ACREDITAD A Máster BIM dual en IDESIE Entidad acreditada por AECOMI: la formación cumple el requisito del perfil. Microcredenciales Las competencias que falten, a su ritmo y cuando las necesite. META Certificación AECOMI del perfil Cuando reúne la formación y la experiencia exigidas. EXPERIENCI A Desde el primer día La metodología dual suma experiencia en empresa durante el máster. Práctica profesional Hasta cumplir los años que exige el perfil: 3+ o 5+. No hace falta certificarse ya: cada profesional sabe qué competencias y qué experiencia necesita, y proyecta su ruta en el tiempo. Así se hará con cada nuevo perfil profesional que se defin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Proyecto fin de máster · Simulador profesional Un encargo completo, con un cliente real El proyecto fin de máster (16 ECTS) es un simulador de vuelo profesional: todo el proceso de un proyecto BIM, con profesionales de grandes empresas como cliente. 01 Requisitos del cliente 02 Plan de ejecución BIM 03 Entregas por hitos 04 Reuniones con cliente 05 Cambios e incidencias 06 Auditoría de modelos 07 Entrega y defensa Para el alumno Experiencia de proceso real y evidencias registradas de su desempeño. Para la empresa Capta talento con poca inversión y lo ve trabajar antes de contratarlo. Por perfiles Los alumnos rotan los roles IDM, BDM y BCM. Cómputo como experiencia para la certificación: propuesta pendiente de aprobación por AECOM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Consultoría BIM El puente entre la escuela y la empresa  Implantación ISO 19650  Recursos externos  BIM Management Office  Producción de modelos  Auditoría y coordinación  4D y 5D  Calidad y apoyo en obra  Project Management  Facility Management Los alumnos trabajan en proyectos reales de clientes, y esos proyectos alimentan los casos prácticos del máster.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Para empresas Qué ganan las empresas que participan  Captar talento con poca inversión Ven trabajar a los candidatos en el simulador profesional antes de contratarlos.  Equipos certificados para concursos Cada vez más licitaciones y proyectos piden acreditar los perfiles del equipo. Definir perfiles Las competencias de cada puesto. Formación in-company Itinerarios para sus equipos. Consultoría BIM Implantación, producción y auditoría.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Trayectoria Referentes en formación BIM desde 2011 1.000+ alumnos formados ~50 empresas e instituciones colaboradoras 100% inserción laboral 1.º Máster BIM en España con el sello CUALIFICAM YA CONFÍAN EN NOSOTROS Ferrovial · Acciona · IDOM · Accenture · Banco de España · Savills · Metrovacesa · AEDAS Homes · Hill International · Estudio Lamela Fuente: Business Plan IDESIE, septiembre 202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Hoja de ruta Próximos pasos FASE 1 · [fecha] Perfiles definidos con empresas ancla FASE 2 · [fecha] Mapas formativos y catálogo de módulos FASE 3 · [fecha] Máster blended y nueva web FASE 4 · [fecha] Acreditación AECOMI y primeras certificaciones IDESIE · Nuevo modelo de servici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Proyectamos el futuro de ingenieros y arquitectos www.idesie.com · info@idesie.com · +34 91 485 91 32 Calle San Aquilino, 13 · 28029 Madrid Learning by Work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IDESIE · Nuevo modelo de servicios</dc:title>
  <dc:subject/>
  <dc:creator/>
  <cp:lastModifiedBy/>
  <cp:revision>1</cp:revision>
  <dcterms:created xsi:type="dcterms:W3CDTF">2026-10-18T20:11:03Z</dcterms:created>
  <dcterms:modified xsi:type="dcterms:W3CDTF">2026-10-18T20:11:03Z</dcterms:modified>
</cp:coreProperties>
</file>